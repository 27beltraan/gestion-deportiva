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pen Sauce Semi-Bold" charset="1" panose="00000700000000000000"/>
      <p:regular r:id="rId23"/>
    </p:embeddedFont>
    <p:embeddedFont>
      <p:font typeface="Open Sauce" charset="1" panose="00000500000000000000"/>
      <p:regular r:id="rId24"/>
    </p:embeddedFont>
    <p:embeddedFont>
      <p:font typeface="Open Sauce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481642" y="4371352"/>
            <a:ext cx="7324716" cy="2197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SISTEMA DE GESTIÓN DEPORTIVA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0373" y="8277816"/>
            <a:ext cx="6687255" cy="36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ADONIS BELTRAN LIZAMA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143500"/>
            <a:ext cx="8317387" cy="5143500"/>
            <a:chOff x="0" y="0"/>
            <a:chExt cx="11089849" cy="6858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415" r="0" b="3415"/>
            <a:stretch>
              <a:fillRect/>
            </a:stretch>
          </p:blipFill>
          <p:spPr>
            <a:xfrm flipH="false" flipV="false">
              <a:off x="0" y="0"/>
              <a:ext cx="11089849" cy="6858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8317387" y="-113711"/>
            <a:ext cx="10099642" cy="10627543"/>
            <a:chOff x="0" y="0"/>
            <a:chExt cx="2659988" cy="2799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59988" cy="2799024"/>
            </a:xfrm>
            <a:custGeom>
              <a:avLst/>
              <a:gdLst/>
              <a:ahLst/>
              <a:cxnLst/>
              <a:rect r="r" b="b" t="t" l="l"/>
              <a:pathLst>
                <a:path h="2799024" w="2659988">
                  <a:moveTo>
                    <a:pt x="0" y="0"/>
                  </a:moveTo>
                  <a:lnTo>
                    <a:pt x="2659988" y="0"/>
                  </a:lnTo>
                  <a:lnTo>
                    <a:pt x="2659988" y="2799024"/>
                  </a:lnTo>
                  <a:lnTo>
                    <a:pt x="0" y="2799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659988" cy="2827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808413"/>
            <a:ext cx="329004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OBJETIVO DEL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21871" y="3061517"/>
            <a:ext cx="7079601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495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DESARROLLAR UNA PLATAFORMA WEB PARA LA GESTIÓN DE CLUBES DEPORTIVOS, PERMITIENDO ADMINISTRAR USUARIOS, ENTRENAMIENTOS Y PAGOS MEDIANTE ROLES DIFERENCIADOS (CLIENTE Y ADMINISTRADOR).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4558" y="808413"/>
            <a:ext cx="847944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TECNOLOGÍA        USO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750467" y="3813175"/>
            <a:ext cx="39310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TECNOLOGÍAS UTILIZADAS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052589"/>
            <a:ext cx="2258027" cy="547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Next.js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React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TypeScript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Tailwind CSS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Supabase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Supabase Auth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Supabase Storage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GitHub</a:t>
            </a:r>
          </a:p>
          <a:p>
            <a:pPr algn="l">
              <a:lnSpc>
                <a:spcPts val="2736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086350" y="2052589"/>
            <a:ext cx="2258027" cy="547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Frontend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Componentes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Tipado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Diseño UI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Backend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Autenticación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Archivos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Versionado</a:t>
            </a: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54205" t="0" r="16016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11757581"/>
            <a:chOff x="0" y="0"/>
            <a:chExt cx="2408296" cy="3096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3096647"/>
            </a:xfrm>
            <a:custGeom>
              <a:avLst/>
              <a:gdLst/>
              <a:ahLst/>
              <a:cxnLst/>
              <a:rect r="r" b="b" t="t" l="l"/>
              <a:pathLst>
                <a:path h="3096647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3096647"/>
                  </a:lnTo>
                  <a:lnTo>
                    <a:pt x="0" y="3096647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3134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97566" y="2432150"/>
            <a:ext cx="8148867" cy="5422701"/>
          </a:xfrm>
          <a:custGeom>
            <a:avLst/>
            <a:gdLst/>
            <a:ahLst/>
            <a:cxnLst/>
            <a:rect r="r" b="b" t="t" l="l"/>
            <a:pathLst>
              <a:path h="5422701" w="8148867">
                <a:moveTo>
                  <a:pt x="0" y="0"/>
                </a:moveTo>
                <a:lnTo>
                  <a:pt x="8148868" y="0"/>
                </a:lnTo>
                <a:lnTo>
                  <a:pt x="8148868" y="5422700"/>
                </a:lnTo>
                <a:lnTo>
                  <a:pt x="0" y="5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47785" y="3050283"/>
            <a:ext cx="3086100" cy="466828"/>
            <a:chOff x="0" y="0"/>
            <a:chExt cx="812800" cy="122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22951"/>
            </a:xfrm>
            <a:custGeom>
              <a:avLst/>
              <a:gdLst/>
              <a:ahLst/>
              <a:cxnLst/>
              <a:rect r="r" b="b" t="t" l="l"/>
              <a:pathLst>
                <a:path h="1229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2951"/>
                  </a:lnTo>
                  <a:lnTo>
                    <a:pt x="0" y="122951"/>
                  </a:lnTo>
                  <a:close/>
                </a:path>
              </a:pathLst>
            </a:custGeom>
            <a:solidFill>
              <a:srgbClr val="FCF8F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12800" cy="180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66968" y="2801621"/>
            <a:ext cx="45343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ARQUITECTURA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66968" y="3922777"/>
            <a:ext cx="6992332" cy="238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La arquitectura del sistema se basa en un frontend desarrollado con Next.js y React, conectado a Supabase para autenticación, base de datos y almacenamiento de archivos.</a:t>
            </a:r>
          </a:p>
          <a:p>
            <a:pPr algn="l">
              <a:lnSpc>
                <a:spcPts val="2736"/>
              </a:lnSpc>
            </a:pP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Se implementaron roles diferenciados entre cliente y administrador, además de rutas protegidas y almacenamiento de comprobantes mediante Supabase Storage.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27428" y="3050283"/>
            <a:ext cx="3444572" cy="347226"/>
            <a:chOff x="0" y="0"/>
            <a:chExt cx="907212" cy="914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7212" cy="91451"/>
            </a:xfrm>
            <a:custGeom>
              <a:avLst/>
              <a:gdLst/>
              <a:ahLst/>
              <a:cxnLst/>
              <a:rect r="r" b="b" t="t" l="l"/>
              <a:pathLst>
                <a:path h="91451" w="907212">
                  <a:moveTo>
                    <a:pt x="0" y="0"/>
                  </a:moveTo>
                  <a:lnTo>
                    <a:pt x="907212" y="0"/>
                  </a:lnTo>
                  <a:lnTo>
                    <a:pt x="907212" y="91451"/>
                  </a:lnTo>
                  <a:lnTo>
                    <a:pt x="0" y="91451"/>
                  </a:lnTo>
                  <a:close/>
                </a:path>
              </a:pathLst>
            </a:custGeom>
            <a:solidFill>
              <a:srgbClr val="FCF8F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07212" cy="14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5373278"/>
            <a:ext cx="9144000" cy="4913722"/>
            <a:chOff x="0" y="0"/>
            <a:chExt cx="12192000" cy="655162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9671" r="0" b="9671"/>
            <a:stretch>
              <a:fillRect/>
            </a:stretch>
          </p:blipFill>
          <p:spPr>
            <a:xfrm flipH="false" flipV="false">
              <a:off x="0" y="0"/>
              <a:ext cx="12192000" cy="6551629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5373278"/>
            <a:chOff x="0" y="0"/>
            <a:chExt cx="2408296" cy="1415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1415184"/>
            </a:xfrm>
            <a:custGeom>
              <a:avLst/>
              <a:gdLst/>
              <a:ahLst/>
              <a:cxnLst/>
              <a:rect r="r" b="b" t="t" l="l"/>
              <a:pathLst>
                <a:path h="1415184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415184"/>
                  </a:lnTo>
                  <a:lnTo>
                    <a:pt x="0" y="1415184"/>
                  </a:ln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408296" cy="1462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808413"/>
            <a:ext cx="453438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FUNCIONALIDADES IMPLEMENTADAS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30620" y="962025"/>
            <a:ext cx="8072646" cy="321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pc="797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ADMIN</a:t>
            </a:r>
          </a:p>
          <a:p>
            <a:pPr algn="ctr">
              <a:lnSpc>
                <a:spcPts val="405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spc="687" b="true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✔ d</a:t>
            </a:r>
            <a:r>
              <a:rPr lang="en-US" b="true" sz="2499" spc="687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ASHBOARD ADMIN</a:t>
            </a: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✔ CRUD ENTRENAMIENTOS</a:t>
            </a: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✔ GESTIÓN PAGOS</a:t>
            </a: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✔ APROBACIÓN/RECHAZO PAGOS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21626" y="2157899"/>
            <a:ext cx="9358553" cy="365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pc="797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899" spc="797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LIENTE</a:t>
            </a:r>
          </a:p>
          <a:p>
            <a:pPr algn="ctr">
              <a:lnSpc>
                <a:spcPts val="4059"/>
              </a:lnSpc>
            </a:pP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✔ LOGIN/REGISTER</a:t>
            </a: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✔ DASHBOARD</a:t>
            </a: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✔ VISUALIZACIÓN ENTRENAMIENTOS</a:t>
            </a: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✔ SUBIDA COMPROBANTES</a:t>
            </a: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✔ PERFIL USUARIO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21626" y="6299369"/>
            <a:ext cx="9358553" cy="270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pc="797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899" spc="797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ISTEMA</a:t>
            </a: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✔ ROLES</a:t>
            </a: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✔ RUTAS PROTEGIDAS</a:t>
            </a: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✔ CONEXIÓN BD</a:t>
            </a:r>
          </a:p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✔ ALMACENAMIENTO ARCHIVOS</a:t>
            </a:r>
          </a:p>
          <a:p>
            <a:pPr algn="ctr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3741" y="4741027"/>
            <a:ext cx="8380518" cy="14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EVIDENCIAS TÉCNICAS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3657" y="2210859"/>
            <a:ext cx="8515835" cy="5865281"/>
          </a:xfrm>
          <a:custGeom>
            <a:avLst/>
            <a:gdLst/>
            <a:ahLst/>
            <a:cxnLst/>
            <a:rect r="r" b="b" t="t" l="l"/>
            <a:pathLst>
              <a:path h="5865281" w="8515835">
                <a:moveTo>
                  <a:pt x="0" y="0"/>
                </a:moveTo>
                <a:lnTo>
                  <a:pt x="8515834" y="0"/>
                </a:lnTo>
                <a:lnTo>
                  <a:pt x="8515834" y="5865282"/>
                </a:lnTo>
                <a:lnTo>
                  <a:pt x="0" y="5865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44287" y="2210859"/>
            <a:ext cx="8467109" cy="5874057"/>
          </a:xfrm>
          <a:custGeom>
            <a:avLst/>
            <a:gdLst/>
            <a:ahLst/>
            <a:cxnLst/>
            <a:rect r="r" b="b" t="t" l="l"/>
            <a:pathLst>
              <a:path h="5874057" w="8467109">
                <a:moveTo>
                  <a:pt x="0" y="0"/>
                </a:moveTo>
                <a:lnTo>
                  <a:pt x="8467109" y="0"/>
                </a:lnTo>
                <a:lnTo>
                  <a:pt x="8467109" y="5874057"/>
                </a:lnTo>
                <a:lnTo>
                  <a:pt x="0" y="5874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08413"/>
            <a:ext cx="65155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📸 LOGIN/REGISTER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099223"/>
            <a:ext cx="11301259" cy="6088553"/>
          </a:xfrm>
          <a:custGeom>
            <a:avLst/>
            <a:gdLst/>
            <a:ahLst/>
            <a:cxnLst/>
            <a:rect r="r" b="b" t="t" l="l"/>
            <a:pathLst>
              <a:path h="6088553" w="11301259">
                <a:moveTo>
                  <a:pt x="0" y="0"/>
                </a:moveTo>
                <a:lnTo>
                  <a:pt x="11301258" y="0"/>
                </a:lnTo>
                <a:lnTo>
                  <a:pt x="11301258" y="6088554"/>
                </a:lnTo>
                <a:lnTo>
                  <a:pt x="0" y="6088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08413"/>
            <a:ext cx="65155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📸 DASHBOARD CLIENTE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099223"/>
            <a:ext cx="11301259" cy="6088553"/>
          </a:xfrm>
          <a:custGeom>
            <a:avLst/>
            <a:gdLst/>
            <a:ahLst/>
            <a:cxnLst/>
            <a:rect r="r" b="b" t="t" l="l"/>
            <a:pathLst>
              <a:path h="6088553" w="11301259">
                <a:moveTo>
                  <a:pt x="0" y="0"/>
                </a:moveTo>
                <a:lnTo>
                  <a:pt x="11301258" y="0"/>
                </a:lnTo>
                <a:lnTo>
                  <a:pt x="11301258" y="6088554"/>
                </a:lnTo>
                <a:lnTo>
                  <a:pt x="0" y="6088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08413"/>
            <a:ext cx="65155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📸 DASHBOARD ADMIN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099223"/>
            <a:ext cx="11301259" cy="6088553"/>
          </a:xfrm>
          <a:custGeom>
            <a:avLst/>
            <a:gdLst/>
            <a:ahLst/>
            <a:cxnLst/>
            <a:rect r="r" b="b" t="t" l="l"/>
            <a:pathLst>
              <a:path h="6088553" w="11301259">
                <a:moveTo>
                  <a:pt x="0" y="0"/>
                </a:moveTo>
                <a:lnTo>
                  <a:pt x="11301258" y="0"/>
                </a:lnTo>
                <a:lnTo>
                  <a:pt x="11301258" y="6088554"/>
                </a:lnTo>
                <a:lnTo>
                  <a:pt x="0" y="6088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08413"/>
            <a:ext cx="65155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📸 PAGOS ADMIN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191046"/>
            <a:ext cx="11301259" cy="5904908"/>
          </a:xfrm>
          <a:custGeom>
            <a:avLst/>
            <a:gdLst/>
            <a:ahLst/>
            <a:cxnLst/>
            <a:rect r="r" b="b" t="t" l="l"/>
            <a:pathLst>
              <a:path h="5904908" w="11301259">
                <a:moveTo>
                  <a:pt x="0" y="0"/>
                </a:moveTo>
                <a:lnTo>
                  <a:pt x="11301258" y="0"/>
                </a:lnTo>
                <a:lnTo>
                  <a:pt x="11301258" y="5904908"/>
                </a:lnTo>
                <a:lnTo>
                  <a:pt x="0" y="5904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08413"/>
            <a:ext cx="721646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📸 STORAGE COMPROBANTES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39294" y="2236394"/>
            <a:ext cx="8809412" cy="5814212"/>
          </a:xfrm>
          <a:custGeom>
            <a:avLst/>
            <a:gdLst/>
            <a:ahLst/>
            <a:cxnLst/>
            <a:rect r="r" b="b" t="t" l="l"/>
            <a:pathLst>
              <a:path h="5814212" w="8809412">
                <a:moveTo>
                  <a:pt x="0" y="0"/>
                </a:moveTo>
                <a:lnTo>
                  <a:pt x="8809412" y="0"/>
                </a:lnTo>
                <a:lnTo>
                  <a:pt x="8809412" y="5814212"/>
                </a:lnTo>
                <a:lnTo>
                  <a:pt x="0" y="5814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08413"/>
            <a:ext cx="721646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📸 SUPABASE TABLES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776583" y="856038"/>
            <a:ext cx="7878833" cy="3968962"/>
          </a:xfrm>
          <a:custGeom>
            <a:avLst/>
            <a:gdLst/>
            <a:ahLst/>
            <a:cxnLst/>
            <a:rect r="r" b="b" t="t" l="l"/>
            <a:pathLst>
              <a:path h="3968962" w="7878833">
                <a:moveTo>
                  <a:pt x="0" y="0"/>
                </a:moveTo>
                <a:lnTo>
                  <a:pt x="7878834" y="0"/>
                </a:lnTo>
                <a:lnTo>
                  <a:pt x="7878834" y="3968962"/>
                </a:lnTo>
                <a:lnTo>
                  <a:pt x="0" y="3968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76583" y="5429153"/>
            <a:ext cx="7878833" cy="3968962"/>
          </a:xfrm>
          <a:custGeom>
            <a:avLst/>
            <a:gdLst/>
            <a:ahLst/>
            <a:cxnLst/>
            <a:rect r="r" b="b" t="t" l="l"/>
            <a:pathLst>
              <a:path h="3968962" w="7878833">
                <a:moveTo>
                  <a:pt x="0" y="0"/>
                </a:moveTo>
                <a:lnTo>
                  <a:pt x="7878834" y="0"/>
                </a:lnTo>
                <a:lnTo>
                  <a:pt x="7878834" y="3968963"/>
                </a:lnTo>
                <a:lnTo>
                  <a:pt x="0" y="3968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7771" y="574675"/>
            <a:ext cx="453438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CONEXIÓN BASE DE DATOS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4940" y="1808811"/>
            <a:ext cx="8240781" cy="8213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Persistencia de Datos e Integración Backend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El sistema utiliza Supabase como servicio backend para gestionar la persistencia de datos y la autenticación de usuarios.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Toda la información ingresada por los usuarios se almacena en una base de datos PostgreSQL en tiempo real.</a:t>
            </a:r>
          </a:p>
          <a:p>
            <a:pPr algn="l">
              <a:lnSpc>
                <a:spcPts val="2736"/>
              </a:lnSpc>
            </a:pPr>
            <a:r>
              <a:rPr lang="en-US" sz="18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Funcionalidades implementadas: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Registro y autenticación de usuarios mediante Supabase Auth.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Almacenamiento de usuarios con roles diferenciados (cliente y administrador).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Gestión de pagos con almacenamiento de estados y comprobantes.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Persistencia automática de datos utilizando operaciones CRUD.</a:t>
            </a:r>
          </a:p>
          <a:p>
            <a:pPr algn="l">
              <a:lnSpc>
                <a:spcPts val="2736"/>
              </a:lnSpc>
            </a:pPr>
            <a:r>
              <a:rPr lang="en-US" sz="18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Operaciones CRUD implementadas: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Create: registro de usuarios, creación de entrenamientos y pagos.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Read: visualización de información desde la base de datos.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Update: edición de perfil y actualización de estados de pago.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Delete: eliminación de entrenamientos desde el panel administrador.</a:t>
            </a:r>
          </a:p>
          <a:p>
            <a:pPr algn="l">
              <a:lnSpc>
                <a:spcPts val="2736"/>
              </a:lnSpc>
            </a:pPr>
            <a:r>
              <a:rPr lang="en-US" sz="18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Integración con Supabase:</a:t>
            </a:r>
          </a:p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La aplicación se conecta a Supabase mediante el cliente oficial para Next.js, permitiendo interactuar con: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Base de datos PostgreSQL.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Sistema de autenticación.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Storage para comprobantes de pago.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Policies de seguridad para control de acceso.</a:t>
            </a: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54205" t="0" r="16016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11757581"/>
            <a:chOff x="0" y="0"/>
            <a:chExt cx="2408296" cy="3096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3096647"/>
            </a:xfrm>
            <a:custGeom>
              <a:avLst/>
              <a:gdLst/>
              <a:ahLst/>
              <a:cxnLst/>
              <a:rect r="r" b="b" t="t" l="l"/>
              <a:pathLst>
                <a:path h="3096647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3096647"/>
                  </a:lnTo>
                  <a:lnTo>
                    <a:pt x="0" y="3096647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3134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66968" y="808413"/>
            <a:ext cx="453438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DIFICULTADES Y SOLUCIONES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66968" y="2052589"/>
            <a:ext cx="6036000" cy="645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3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 1</a:t>
            </a:r>
          </a:p>
          <a:p>
            <a:pPr algn="l">
              <a:lnSpc>
                <a:spcPts val="3496"/>
              </a:lnSpc>
            </a:pPr>
            <a:r>
              <a:rPr lang="en-US" sz="23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Error layouts Next.js</a:t>
            </a:r>
          </a:p>
          <a:p>
            <a:pPr algn="l">
              <a:lnSpc>
                <a:spcPts val="3496"/>
              </a:lnSpc>
            </a:pPr>
            <a:r>
              <a:rPr lang="en-US" sz="23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</a:t>
            </a:r>
          </a:p>
          <a:p>
            <a:pPr algn="l">
              <a:lnSpc>
                <a:spcPts val="3496"/>
              </a:lnSpc>
            </a:pPr>
            <a:r>
              <a:rPr lang="en-US" sz="23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Separación correcta mediante route groups.</a:t>
            </a:r>
          </a:p>
          <a:p>
            <a:pPr algn="l">
              <a:lnSpc>
                <a:spcPts val="3496"/>
              </a:lnSpc>
            </a:pPr>
            <a:r>
              <a:rPr lang="en-US" sz="23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 2</a:t>
            </a:r>
          </a:p>
          <a:p>
            <a:pPr algn="l">
              <a:lnSpc>
                <a:spcPts val="3496"/>
              </a:lnSpc>
            </a:pPr>
            <a:r>
              <a:rPr lang="en-US" sz="23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Problemas subida comprobantes</a:t>
            </a:r>
          </a:p>
          <a:p>
            <a:pPr algn="l">
              <a:lnSpc>
                <a:spcPts val="3496"/>
              </a:lnSpc>
            </a:pPr>
            <a:r>
              <a:rPr lang="en-US" sz="23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</a:t>
            </a:r>
          </a:p>
          <a:p>
            <a:pPr algn="l">
              <a:lnSpc>
                <a:spcPts val="3496"/>
              </a:lnSpc>
            </a:pPr>
            <a:r>
              <a:rPr lang="en-US" sz="23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Configuración policies y nombres archivos.</a:t>
            </a:r>
          </a:p>
          <a:p>
            <a:pPr algn="l">
              <a:lnSpc>
                <a:spcPts val="3496"/>
              </a:lnSpc>
            </a:pPr>
            <a:r>
              <a:rPr lang="en-US" sz="23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 3</a:t>
            </a:r>
          </a:p>
          <a:p>
            <a:pPr algn="l">
              <a:lnSpc>
                <a:spcPts val="3496"/>
              </a:lnSpc>
            </a:pPr>
            <a:r>
              <a:rPr lang="en-US" sz="23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Protección rutas admin</a:t>
            </a:r>
          </a:p>
          <a:p>
            <a:pPr algn="l">
              <a:lnSpc>
                <a:spcPts val="3496"/>
              </a:lnSpc>
            </a:pPr>
            <a:r>
              <a:rPr lang="en-US" sz="23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</a:t>
            </a:r>
          </a:p>
          <a:p>
            <a:pPr algn="l">
              <a:lnSpc>
                <a:spcPts val="3496"/>
              </a:lnSpc>
            </a:pPr>
            <a:r>
              <a:rPr lang="en-US" sz="23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Validación roles con Supabase Auth.</a:t>
            </a:r>
          </a:p>
          <a:p>
            <a:pPr algn="l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66968" y="808413"/>
            <a:ext cx="45343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PRÓXIMOS PASOS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66968" y="1632207"/>
            <a:ext cx="6408345" cy="135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El proyecto continuará evolucionando mediante la incorporación de nuevas funcionalidades orientadas a mejorar la experiencia de usuario, la administración del sistema y la escalabilidad de la plataforma.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66968" y="3731525"/>
            <a:ext cx="6036000" cy="517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000" b="true">
                <a:solidFill>
                  <a:srgbClr val="0928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Funcionalidades futuras: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Perfil dinámico completo para usuarios.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Sistema de edición y gestión avanzada de usuarios.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Dashboard con estadísticas y gráficos.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Diseño responsive para dispositivos móviles.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Mejoras visuales y experiencia de usuario (UX/UI).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Notificaciones y alertas dentro del sistema.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Calendario de entrenamientos.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Filtros y búsquedas avanzadas.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Gestión de asistencia a entrenamientos.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Optimización de seguridad y validaciones.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Implementación de carga de imágenes de perfil.</a:t>
            </a:r>
          </a:p>
          <a:p>
            <a:pPr algn="l" marL="388628" indent="-194314" lvl="1">
              <a:lnSpc>
                <a:spcPts val="2736"/>
              </a:lnSpc>
              <a:buFont typeface="Arial"/>
              <a:buChar char="•"/>
            </a:pPr>
            <a:r>
              <a:rPr lang="en-US" sz="18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Mejoras de rendimiento y organización del código.</a:t>
            </a:r>
          </a:p>
          <a:p>
            <a:pPr algn="l">
              <a:lnSpc>
                <a:spcPts val="2736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0" y="5373278"/>
            <a:ext cx="9144000" cy="4913722"/>
            <a:chOff x="0" y="0"/>
            <a:chExt cx="12192000" cy="6551629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2"/>
            <a:srcRect l="0" t="9671" r="0" b="9671"/>
            <a:stretch>
              <a:fillRect/>
            </a:stretch>
          </p:blipFill>
          <p:spPr>
            <a:xfrm flipH="false" flipV="false">
              <a:off x="0" y="0"/>
              <a:ext cx="12192000" cy="6551629"/>
            </a:xfrm>
            <a:prstGeom prst="rect">
              <a:avLst/>
            </a:prstGeom>
          </p:spPr>
        </p:pic>
      </p:grpSp>
      <p:sp>
        <p:nvSpPr>
          <p:cNvPr name="TextBox 10" id="10"/>
          <p:cNvSpPr txBox="true"/>
          <p:nvPr/>
        </p:nvSpPr>
        <p:spPr>
          <a:xfrm rot="0">
            <a:off x="2304809" y="2498853"/>
            <a:ext cx="4534382" cy="101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5999" spc="164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&gt;&gt;&gt;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2535" y="1783628"/>
            <a:ext cx="15822931" cy="521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CONCLUSIÓN</a:t>
            </a:r>
          </a:p>
          <a:p>
            <a:pPr algn="l">
              <a:lnSpc>
                <a:spcPts val="4994"/>
              </a:lnSpc>
            </a:pPr>
            <a:r>
              <a:rPr lang="en-US" sz="3567" spc="98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 sistema logró implementar funcionalidades críticas para la gestión de un club deportivo,</a:t>
            </a:r>
            <a:r>
              <a:rPr lang="en-US" sz="3567" spc="98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INTEGRANDO AUTENTICACIÓN, ROLES, ALMACENAMIENTO Y PERSISTENCIA DE DATOS MEDIANTE TECNOLOGÍAS MODERNAS.</a:t>
            </a:r>
          </a:p>
          <a:p>
            <a:pPr algn="ctr">
              <a:lnSpc>
                <a:spcPts val="5834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75125" y="4864174"/>
            <a:ext cx="5137750" cy="50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2"/>
              </a:lnSpc>
            </a:pPr>
            <a:r>
              <a:rPr lang="en-US" b="true" sz="2923" spc="803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MUCHAS GRACIAS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0373" y="8277816"/>
            <a:ext cx="6687255" cy="36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ADONIS BELTRAN LIZAMA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DAHKDR8wsOQ</dc:identifier>
  <dcterms:modified xsi:type="dcterms:W3CDTF">2011-08-01T06:04:30Z</dcterms:modified>
  <cp:revision>1</cp:revision>
  <dc:title>Sistema de Gestión Deportiva</dc:title>
</cp:coreProperties>
</file>